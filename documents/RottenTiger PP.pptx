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C710D9C-2C85-1CA7-5BC6-80A6C739E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7493D2A0-BE2D-89C3-3713-A6AFA25C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9A8294D-52EE-3CED-77B9-15826767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EDDE72C-0853-6035-785B-F56C6FCA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DAD3CD5-D6AE-F545-C93F-4B2052E3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4926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766122B-A51B-B249-D8C0-7764657C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EB76868-251F-3B58-3F0B-D21998364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1AEC695D-6B57-3927-69E4-D73413A45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3556E8E-51BA-E618-2EB0-10F38DA5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2CD7108-9774-9790-31EF-75BFA9BF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5602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3BF2006-C83D-AD99-ECA1-2C331D8F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0E7F1985-FCA2-BAC7-7C39-0B7BC0BC9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742C51A-689B-F956-DA44-D41ECA97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79949E7-CA33-4370-842F-E82AEEF77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D88F909-F662-D376-3FBE-DBE4262EC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1712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208C162-2E51-EB74-21E4-572583AE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11B327F-8172-3F1B-629D-EAD5A3812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430F2F1B-BD47-4014-A9A3-9588F8D6D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427B8E8-7C6F-9F40-B4ED-163D10DAF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BE3CAB86-58FB-3FFE-6E40-10C78C19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DFDA5018-EAA1-8FFB-4DA9-BDFEAF3B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89217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7640443-88E4-0D64-8E7E-D63C5A54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3C1EC815-3042-F3A6-76D7-14D0A8067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E994F8EA-B4B4-65D5-7AAE-F3EAF642B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44A5447A-A201-4817-43CE-4E37EA1F3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EBAA6B5F-F3A8-9C64-E978-0BE61D1C0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14BF4999-E284-4837-51F0-8F0F5B5A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DA690A14-72A7-8876-680E-04A39E20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A9335095-BC56-9901-CB06-3719AEAF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4733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67A1A72-1687-AF28-7FBE-F02547F8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891E00A0-2231-D676-433A-4CE3E00D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278ABB0D-2688-2D0C-BA0E-913FC41E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BAD43271-F987-C9FC-1FB3-69FC557F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9654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1F54BB34-3888-3818-5E7F-02C4EC83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95430B3A-065D-E204-32BA-4A71461F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1F63646A-3688-9442-3C52-0FD5A524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3039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5EBA811-20B0-09DE-4103-58045CEA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67F08AF-7430-7127-4287-C857EAFE7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9ECB11B9-2608-D987-C2EF-F56217CB4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ED7CCBF7-F3DC-AFC9-2287-4886213B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47C9B9F-AD07-889B-093B-25668540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209FBEA5-FEFA-C9F0-5858-92C8BDFA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93371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8F0487F-728C-5C08-AF4A-CE70100D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9CCF9419-1456-0BD7-8225-FE22185EF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D9854F94-605F-6C53-C277-60F8CADA3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7DD009D8-85C2-6E88-90FE-A6EB9166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23D9E85C-76A6-4EFC-3BD1-1F38622B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D0069EAD-779F-4B30-984B-7D3E08572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9855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FE40D4C-F147-9010-7F80-C4D37A85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92D10EE1-4E20-1C3E-49E9-84CF8B628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72C3636-6CE9-DA8A-56A0-88830690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83772EF-79A6-2292-9FD6-E76D4341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63EDD51D-025D-F76A-173D-23DD83A0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8281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DC5D1DD3-F60D-EE76-B35D-2348C5E85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F917E987-B3ED-B22B-D5A4-C6D74FC2C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7C164F3-D848-FDB2-8C79-BEB5C48A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D179585-EC9C-AB19-5F72-BD11E972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B5E9D9B-C1CC-D860-BC60-7D4E0787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731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A9218428-BD2B-5D30-BE99-217D525D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C1F9AA31-0AD2-3313-D0A3-78FAFC97B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29FB504-AEAD-7E73-FA18-5FDFC3AE7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144A1-2F64-4B4A-8A39-92C24017FA6B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3434804-6602-B966-DCA4-428EB9223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482ABC2-7FE2-97C7-3BE9-4C4C10A93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C0E8B-6C57-4571-9CCD-0AC4E9ED25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3469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0777BF5-5584-62E1-B6FD-9D0DA82A1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Rotten</a:t>
            </a:r>
            <a:r>
              <a:rPr lang="fi-FI" dirty="0"/>
              <a:t> Tiger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639D7099-AC3B-9362-313B-56257F2774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Group 1</a:t>
            </a:r>
          </a:p>
          <a:p>
            <a:r>
              <a:rPr lang="fi-FI" dirty="0"/>
              <a:t>Jami Pietilä, Arton </a:t>
            </a:r>
            <a:r>
              <a:rPr lang="fi-FI" dirty="0" err="1"/>
              <a:t>Ramadani</a:t>
            </a:r>
            <a:r>
              <a:rPr lang="fi-FI" dirty="0"/>
              <a:t>, Kasperi Mustonen, Ville Pekkala</a:t>
            </a:r>
          </a:p>
        </p:txBody>
      </p:sp>
    </p:spTree>
    <p:extLst>
      <p:ext uri="{BB962C8B-B14F-4D97-AF65-F5344CB8AC3E}">
        <p14:creationId xmlns:p14="http://schemas.microsoft.com/office/powerpoint/2010/main" val="348936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3BAA630-EC4E-2213-E123-F862CA49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Projeckt</a:t>
            </a:r>
            <a:r>
              <a:rPr lang="fi-FI" dirty="0"/>
              <a:t> </a:t>
            </a:r>
            <a:r>
              <a:rPr lang="fi-FI" dirty="0" err="1"/>
              <a:t>overview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3C66FFD-1167-E9E5-E350-B9AB97806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team members worked across both frontend and backend.</a:t>
            </a:r>
            <a:br>
              <a:rPr lang="en-US" dirty="0"/>
            </a:br>
            <a:r>
              <a:rPr lang="en-US" dirty="0"/>
              <a:t>There were no strict roles, and tasks were shared flexibly within the team. </a:t>
            </a:r>
          </a:p>
          <a:p>
            <a:r>
              <a:rPr lang="en-US" dirty="0"/>
              <a:t>The team’s average working hours were approximately 60-70 hours.</a:t>
            </a:r>
          </a:p>
          <a:p>
            <a:r>
              <a:rPr lang="en-US" dirty="0"/>
              <a:t>During the project, we learned how to build a React based application.</a:t>
            </a:r>
            <a:br>
              <a:rPr lang="en-US" dirty="0"/>
            </a:br>
            <a:r>
              <a:rPr lang="en-US" dirty="0"/>
              <a:t>We also improved our understanding of application structure.</a:t>
            </a:r>
          </a:p>
          <a:p>
            <a:r>
              <a:rPr lang="en-US" dirty="0"/>
              <a:t>Team collaboration and communication were good and effective.</a:t>
            </a:r>
            <a:br>
              <a:rPr lang="en-US" dirty="0"/>
            </a:br>
            <a:r>
              <a:rPr lang="en-US" dirty="0"/>
              <a:t>The main challenges were the overall workload and designing logical solutions for how the website should function.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42467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DA27606-5EBC-88C6-DA29-2305766F5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fi-FI" dirty="0" err="1"/>
              <a:t>Features</a:t>
            </a:r>
            <a:endParaRPr lang="fi-FI" dirty="0"/>
          </a:p>
        </p:txBody>
      </p:sp>
      <p:pic>
        <p:nvPicPr>
          <p:cNvPr id="6" name="Sisällön paikkamerkki 5">
            <a:extLst>
              <a:ext uri="{FF2B5EF4-FFF2-40B4-BE49-F238E27FC236}">
                <a16:creationId xmlns:a16="http://schemas.microsoft.com/office/drawing/2014/main" id="{01D0EA6B-6B64-78AE-8505-3725C8277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039" y="0"/>
            <a:ext cx="4677428" cy="3943900"/>
          </a:xfrm>
          <a:prstGeom prst="rect">
            <a:avLst/>
          </a:prstGeom>
        </p:spPr>
      </p:pic>
      <p:pic>
        <p:nvPicPr>
          <p:cNvPr id="8" name="Kuva 7">
            <a:extLst>
              <a:ext uri="{FF2B5EF4-FFF2-40B4-BE49-F238E27FC236}">
                <a16:creationId xmlns:a16="http://schemas.microsoft.com/office/drawing/2014/main" id="{7989B05B-BB4E-5F58-48EB-698CE88D3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467" y="0"/>
            <a:ext cx="4715533" cy="5077534"/>
          </a:xfrm>
          <a:prstGeom prst="rect">
            <a:avLst/>
          </a:prstGeom>
        </p:spPr>
      </p:pic>
      <p:sp>
        <p:nvSpPr>
          <p:cNvPr id="9" name="Tekstiruutu 8">
            <a:extLst>
              <a:ext uri="{FF2B5EF4-FFF2-40B4-BE49-F238E27FC236}">
                <a16:creationId xmlns:a16="http://schemas.microsoft.com/office/drawing/2014/main" id="{F7F011F0-FC83-A035-407D-D1FD04CC0823}"/>
              </a:ext>
            </a:extLst>
          </p:cNvPr>
          <p:cNvSpPr txBox="1"/>
          <p:nvPr/>
        </p:nvSpPr>
        <p:spPr>
          <a:xfrm>
            <a:off x="81807" y="4230583"/>
            <a:ext cx="7394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successfully implemented all the required features. As an optional feature, we created a Trending list for the website. We will now demonstrate how the website works and what the implementation looks like.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25242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143</Words>
  <Application>Microsoft Office PowerPoint</Application>
  <PresentationFormat>Laajakuva</PresentationFormat>
  <Paragraphs>10</Paragraphs>
  <Slides>3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Office-teema</vt:lpstr>
      <vt:lpstr>Rotten Tiger</vt:lpstr>
      <vt:lpstr>Projeckt overview</vt:lpstr>
      <vt:lpstr>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 Pietilä</dc:creator>
  <cp:lastModifiedBy>Jami Pietilä</cp:lastModifiedBy>
  <cp:revision>1</cp:revision>
  <dcterms:created xsi:type="dcterms:W3CDTF">2025-12-16T17:08:27Z</dcterms:created>
  <dcterms:modified xsi:type="dcterms:W3CDTF">2025-12-16T17:29:58Z</dcterms:modified>
</cp:coreProperties>
</file>